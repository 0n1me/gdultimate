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2.svg" ContentType="image/svg+xml"/>
  <Override PartName="/ppt/media/image14.svg" ContentType="image/svg+xml"/>
  <Override PartName="/ppt/media/image15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</p:sldIdLst>
  <p:sldSz cx="14630400" cy="8229600"/>
  <p:notesSz cx="8229600" cy="14630400"/>
  <p:embeddedFontLst>
    <p:embeddedFont>
      <p:font typeface="Montserrat" pitchFamily="34" charset="0"/>
      <p:bold r:id="rId16"/>
    </p:embeddedFont>
    <p:embeddedFont>
      <p:font typeface="Montserrat" pitchFamily="34" charset="-122"/>
      <p:bold r:id="rId17"/>
    </p:embeddedFont>
    <p:embeddedFont>
      <p:font typeface="Montserrat" pitchFamily="34" charset="-120"/>
      <p:bold r:id="rId18"/>
    </p:embeddedFont>
    <p:embeddedFont>
      <p:font typeface="Heebo Light" pitchFamily="34" charset="0"/>
      <p:bold r:id="rId19"/>
    </p:embeddedFont>
    <p:embeddedFont>
      <p:font typeface="Heebo Light" pitchFamily="34" charset="-122"/>
      <p:bold r:id="rId20"/>
    </p:embeddedFont>
    <p:embeddedFont>
      <p:font typeface="Heebo Light" pitchFamily="34" charset="-120"/>
      <p:bold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3" Type="http://schemas.openxmlformats.org/officeDocument/2006/relationships/image" Target="../media/image18.svg"/><Relationship Id="rId2" Type="http://schemas.openxmlformats.org/officeDocument/2006/relationships/image" Target="../media/image11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</p:spPr>
      </p:sp>
      <p:sp>
        <p:nvSpPr>
          <p:cNvPr id="5" name="Text 1"/>
          <p:cNvSpPr/>
          <p:nvPr/>
        </p:nvSpPr>
        <p:spPr>
          <a:xfrm>
            <a:off x="6875820" y="2274332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GD Ultimate — Geometry Dash в браузере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6875185" y="4114602"/>
            <a:ext cx="75564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Хардкорный платформер с порталами, режимом UFO и встроенным 16x16 пиксель-редактором скинов. Полная оптимизация под мобильные: мульти‑тач, быстрые controles и плавные 60 FPS.</a:t>
            </a:r>
            <a:endParaRPr lang="en-US" sz="1750" dirty="0"/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05905" cy="82289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144435"/>
            <a:ext cx="4536519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Ключевая идея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3051572"/>
            <a:ext cx="75564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Быстрый, отзывчивый браузерный порт Geometry Dash с оригинальными механиками: порталы меняют гравитацию и условия на лету, а режим UFO добавляет вертикальную динамику и новые трюки.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017306" y="5041821"/>
            <a:ext cx="659249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24500" cy="100247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318379"/>
            <a:ext cx="7449860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Движок: 60 FPS и отзывчивость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3790" y="2225516"/>
            <a:ext cx="3664744" cy="2773799"/>
          </a:xfrm>
          <a:prstGeom prst="roundRect">
            <a:avLst>
              <a:gd name="adj" fmla="val 343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45995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Плавная физика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2950369"/>
            <a:ext cx="3195876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Точное управление прыжками, реалистичная гравитация и момент инерции — всё через requestAnimationFrame.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225516"/>
            <a:ext cx="3664863" cy="2773799"/>
          </a:xfrm>
          <a:prstGeom prst="roundRect">
            <a:avLst>
              <a:gd name="adj" fmla="val 343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782" y="245995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Оптимизация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782" y="2950369"/>
            <a:ext cx="319599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Лёгкий код на Vanilla JS и Canvas — минимум нагрузок, стабильный FPS даже на мобильных.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2612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460563"/>
            <a:ext cx="3214568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Нулевая зависимость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950982"/>
            <a:ext cx="7087553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Без Unity/Phaser — полный контроль над производительностью и быстрые апдейты.</a:t>
            </a:r>
            <a:endParaRPr lang="en-US" sz="1750" dirty="0"/>
          </a:p>
        </p:txBody>
      </p:sp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3240" y="0"/>
            <a:ext cx="5217160" cy="11229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638943" y="2340054"/>
            <a:ext cx="4205168" cy="11339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режима геймплея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9638943" y="3700820"/>
            <a:ext cx="4205168" cy="23360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Классический — прыгающий куб: тайминг и реакция.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UFO (тарелка) — удерживайте тягу: парение, цепочки через лазеры.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Переходы через порталы меняют физику и визуальные эффекты.</a:t>
            </a:r>
            <a:endParaRPr lang="en-US" sz="1750" dirty="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735" y="2601595"/>
            <a:ext cx="3590290" cy="330708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50" y="2601595"/>
            <a:ext cx="3385185" cy="33058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679496"/>
            <a:ext cx="7556421" cy="11339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Portal Engine — игровые порталы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153608"/>
            <a:ext cx="75564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Порталы динамически модифицируют механику: инверсия гравитации, ускорение, замедление, переключение режима. Создавайте уровни с сюрпризами — порталы меняют правила на ходу.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860369"/>
            <a:ext cx="7556421" cy="1689616"/>
          </a:xfrm>
          <a:prstGeom prst="roundRect">
            <a:avLst>
              <a:gd name="adj" fmla="val 5638"/>
            </a:avLst>
          </a:prstGeom>
          <a:solidFill>
            <a:srgbClr val="1E0C41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5189220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5143857"/>
            <a:ext cx="659249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Идея для тестирования: сцепления порталов и переходные анимации — важны для предсказуемости игрока.</a:t>
            </a:r>
            <a:endParaRPr lang="en-US" sz="1750" dirty="0"/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265" y="0"/>
            <a:ext cx="5652135" cy="82302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559981" y="2810947"/>
            <a:ext cx="7111484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Встроенный редактор скинов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559981" y="3604736"/>
            <a:ext cx="828413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16x16 пиксель-арт: палитра, кисть, заливка, слои (легкие), загрузка любых изображений для автотрансформации в 16x16. Скины открываются за High Score — прогресс мотивирует.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5559981" y="4956215"/>
            <a:ext cx="2032159" cy="426244"/>
          </a:xfrm>
          <a:prstGeom prst="roundRect">
            <a:avLst>
              <a:gd name="adj" fmla="val 17880"/>
            </a:avLst>
          </a:prstGeom>
          <a:solidFill>
            <a:srgbClr val="1E0C41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96069" y="5078611"/>
            <a:ext cx="181451" cy="1814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68246" y="5024199"/>
            <a:ext cx="1487805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КАСТОМИЗАЦИЯ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705487" y="4948595"/>
            <a:ext cx="1964412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81C9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849195" y="5024199"/>
            <a:ext cx="1676995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ЭКСПОРТ/ИМПОРТ</a:t>
            </a:r>
            <a:endParaRPr lang="en-US" sz="1400" dirty="0"/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40" y="1196340"/>
            <a:ext cx="459105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481018"/>
            <a:ext cx="6193155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Управление и платформы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0190" y="2388156"/>
            <a:ext cx="453628" cy="4536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12527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Мобильный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3615690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Touch / Multi-touch Ready: тап, удержание, мультижесты для точного контроля UFO и прыжков.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190" y="4795123"/>
            <a:ext cx="453628" cy="4536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80190" y="553223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ПК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280190" y="6022658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Поддержка клавиш: Пробел, Стрелка Вверх, клик мышью — привычные и надёжные.</a:t>
            </a:r>
            <a:endParaRPr lang="en-US" sz="1750" dirty="0"/>
          </a:p>
        </p:txBody>
      </p:sp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55" y="2047875"/>
            <a:ext cx="4328160" cy="4015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2084" y="1605637"/>
            <a:ext cx="7660481" cy="454652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7778" y="2462247"/>
            <a:ext cx="652129" cy="65213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816770" y="4659416"/>
            <a:ext cx="1904221" cy="366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Поделиться</a:t>
            </a:r>
            <a:endParaRPr lang="en-US" sz="23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0368" y="2463470"/>
            <a:ext cx="652130" cy="65213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220714" y="4659520"/>
            <a:ext cx="1904221" cy="7336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Персонализировать</a:t>
            </a:r>
            <a:endParaRPr lang="en-US" sz="23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0528" y="2463470"/>
            <a:ext cx="652130" cy="65213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3266440" y="4659630"/>
            <a:ext cx="2616200" cy="733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Попробовать</a:t>
            </a:r>
            <a:endParaRPr lang="en-US" sz="2300" dirty="0"/>
          </a:p>
        </p:txBody>
      </p:sp>
      <p:sp>
        <p:nvSpPr>
          <p:cNvPr id="9" name="Text 3"/>
          <p:cNvSpPr/>
          <p:nvPr/>
        </p:nvSpPr>
        <p:spPr>
          <a:xfrm>
            <a:off x="793790" y="6152674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Путь игрока: быстрое вовлечение — персонализация — сообщество. Это цикл, который удерживает игроков и генерирует контент.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334697"/>
            <a:ext cx="573333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Готовы к хардкору?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83637"/>
            <a:ext cx="7556421" cy="18145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GD Ultimate — браузерный Geometry Dash, заточенный под мобильный опыт, с портальной механикой и мощным редактором скинов. Присоединяйтесь к тестированию, создавайте уровни и делитесь прохождениями — давайте соберём сообщество хардкорных игроков!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460921"/>
            <a:ext cx="975003" cy="426244"/>
          </a:xfrm>
          <a:prstGeom prst="roundRect">
            <a:avLst>
              <a:gd name="adj" fmla="val 17880"/>
            </a:avLst>
          </a:prstGeom>
          <a:solidFill>
            <a:srgbClr val="1E0C41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6278" y="5583317"/>
            <a:ext cx="181451" cy="1814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88455" y="5528905"/>
            <a:ext cx="430649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BETA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512248" y="5528905"/>
            <a:ext cx="1711881" cy="2902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pic>
        <p:nvPicPr>
          <p:cNvPr id="10" name="Изображение 9"/>
          <p:cNvPicPr/>
          <p:nvPr/>
        </p:nvPicPr>
        <p:blipFill>
          <a:blip r:embed="rId3"/>
          <a:stretch>
            <a:fillRect/>
          </a:stretch>
        </p:blipFill>
        <p:spPr>
          <a:xfrm>
            <a:off x="-1797050" y="-456565"/>
            <a:ext cx="9309100" cy="8430260"/>
          </a:xfrm>
          <a:prstGeom prst="rect">
            <a:avLst/>
          </a:prstGeom>
          <a:effectLst>
            <a:outerShdw blurRad="1270000" dist="38100" dir="8100000" sx="104000" sy="104000" algn="tr" rotWithShape="0">
              <a:srgbClr val="FFFF00">
                <a:alpha val="44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2084</Words>
  <Application>WPS Presentation</Application>
  <PresentationFormat>On-screen Show (16:9)</PresentationFormat>
  <Paragraphs>66</Paragraphs>
  <Slides>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Montserrat</vt:lpstr>
      <vt:lpstr>Montserrat</vt:lpstr>
      <vt:lpstr>Montserrat</vt:lpstr>
      <vt:lpstr>Heebo Light</vt:lpstr>
      <vt:lpstr>Heebo Light</vt:lpstr>
      <vt:lpstr>Heebo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nikit</cp:lastModifiedBy>
  <cp:revision>3</cp:revision>
  <dcterms:created xsi:type="dcterms:W3CDTF">2026-02-21T00:54:00Z</dcterms:created>
  <dcterms:modified xsi:type="dcterms:W3CDTF">2026-02-21T01:18:59Z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C218A3AF1CC9459A868525BF94F44FDB_13</vt:lpwstr>
  </property>
  <property fmtid="{D5CDD505-2E9C-101B-9397-08002B2CF9AE}" pid="3" name="KSOProductBuildVer">
    <vt:lpwstr>1049-12.2.0.23196</vt:lpwstr>
  </property>
</Properties>
</file>